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/>
  <p:slideViewPr/>
  <p:notesTextViewPr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oulDrive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36600" y="889000"/>
            <a:ext cx="88900" cy="41910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168400" y="990600"/>
            <a:ext cx="965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500" b="1" dirty="0">
                <a:solidFill>
                  <a:srgbClr val="DAAB4A"/>
                </a:solidFill>
                <a:latin typeface="Microsoft YaHei"/>
                <a:ea typeface="Microsoft YaHei"/>
              </a:rPr>
              <a:t>技术方案汇报</a:t>
            </a:r>
            <a:endParaRPr lang="zh-CN" sz="1500"/>
          </a:p>
        </p:txBody>
      </p:sp>
      <p:sp>
        <p:nvSpPr>
          <p:cNvPr id="5" name="TextBox 5"/>
          <p:cNvSpPr txBox="1"/>
          <p:nvPr/>
        </p:nvSpPr>
        <p:spPr>
          <a:xfrm>
            <a:off x="1168400" y="1676400"/>
            <a:ext cx="9652000" cy="196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3400" b="1" dirty="0">
                <a:solidFill>
                  <a:srgbClr val="FFFFFF"/>
                </a:solidFill>
                <a:latin typeface="Microsoft YaHei"/>
                <a:ea typeface="Microsoft YaHei"/>
              </a:rPr>
              <a:t>SoulDrive 本地科研汇报</a:t>
            </a:r>
            <a:endParaRPr lang="zh-CN" sz="3400"/>
          </a:p>
        </p:txBody>
      </p:sp>
      <p:sp>
        <p:nvSpPr>
          <p:cNvPr id="6" name="TextBox 6"/>
          <p:cNvSpPr txBox="1"/>
          <p:nvPr/>
        </p:nvSpPr>
        <p:spPr>
          <a:xfrm>
            <a:off x="1168400" y="3987800"/>
            <a:ext cx="8763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700" b="0" dirty="0">
                <a:solidFill>
                  <a:srgbClr val="FFFFFF"/>
                </a:solidFill>
                <a:latin typeface="Microsoft YaHei"/>
                <a:ea typeface="Microsoft YaHei"/>
              </a:rPr>
              <a:t>基于 1 份已入库文档生成</a:t>
            </a:r>
            <a:endParaRPr lang="zh-CN" sz="1700"/>
          </a:p>
        </p:txBody>
      </p:sp>
      <p:sp>
        <p:nvSpPr>
          <p:cNvPr id="7" name="TextBox 7"/>
          <p:cNvSpPr txBox="1"/>
          <p:nvPr/>
        </p:nvSpPr>
        <p:spPr>
          <a:xfrm>
            <a:off x="1168400" y="57912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000" b="0" dirty="0">
                <a:solidFill>
                  <a:srgbClr val="DAAB4A"/>
                </a:solidFill>
                <a:latin typeface="Microsoft YaHei"/>
                <a:ea typeface="Microsoft YaHei"/>
              </a:rPr>
              <a:t>2026-08-25 10:41</a:t>
            </a:r>
            <a:endParaRPr lang="zh-CN" sz="1000"/>
          </a:p>
        </p:txBody>
      </p:sp>
      <p:sp>
        <p:nvSpPr>
          <p:cNvPr id="8" name="TextBox 8"/>
          <p:cNvSpPr txBox="1"/>
          <p:nvPr/>
        </p:nvSpPr>
        <p:spPr>
          <a:xfrm>
            <a:off x="9626600" y="5791200"/>
            <a:ext cx="1397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1100" b="1" dirty="0">
                <a:solidFill>
                  <a:srgbClr val="FFFFFF"/>
                </a:solidFill>
                <a:latin typeface="Microsoft YaHei"/>
                <a:ea typeface="Microsoft YaHei"/>
              </a:rPr>
              <a:t>SoulDrive</a:t>
            </a:r>
            <a:endParaRPr lang="zh-CN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执行摘要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00200"/>
            <a:ext cx="7874000" cy="419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smoke-paper：SoulDrive 在本地完成文档检索、证据校验和组会汇报生成。</a:t>
            </a:r>
            <a:endParaRPr lang="zh-CN" sz="1700"/>
          </a:p>
        </p:txBody>
      </p:sp>
      <p:sp>
        <p:nvSpPr>
          <p:cNvPr id="7" name="Rectangle 7"/>
          <p:cNvSpPr/>
          <p:nvPr/>
        </p:nvSpPr>
        <p:spPr>
          <a:xfrm>
            <a:off x="9118600" y="1600200"/>
            <a:ext cx="2311400" cy="370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9118600" y="1600200"/>
            <a:ext cx="2311400" cy="889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372600" y="1917700"/>
            <a:ext cx="1803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300" b="1" dirty="0">
                <a:solidFill>
                  <a:srgbClr val="173F3B"/>
                </a:solidFill>
                <a:latin typeface="Microsoft YaHei"/>
                <a:ea typeface="Microsoft YaHei"/>
              </a:rPr>
              <a:t>证据来源</a:t>
            </a:r>
            <a:endParaRPr lang="zh-CN" sz="1300"/>
          </a:p>
        </p:txBody>
      </p:sp>
      <p:sp>
        <p:nvSpPr>
          <p:cNvPr id="10" name="TextBox 10"/>
          <p:cNvSpPr txBox="1"/>
          <p:nvPr/>
        </p:nvSpPr>
        <p:spPr>
          <a:xfrm>
            <a:off x="9372600" y="2413000"/>
            <a:ext cx="18034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100" b="0" dirty="0">
                <a:solidFill>
                  <a:srgbClr val="606965"/>
                </a:solidFill>
                <a:latin typeface="Microsoft YaHei"/>
                <a:ea typeface="Microsoft YaHei"/>
              </a:rPr>
              <a:t>smoke-paper.md</a:t>
            </a:r>
            <a:endParaRPr lang="zh-CN" sz="1100"/>
          </a:p>
        </p:txBody>
      </p:sp>
      <p:sp>
        <p:nvSpPr>
          <p:cNvPr id="11" name="Rectangle 11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摘要内容直接提炼自所选文档</a:t>
            </a:r>
            <a:endParaRPr lang="zh-CN" sz="900"/>
          </a:p>
        </p:txBody>
      </p:sp>
      <p:sp>
        <p:nvSpPr>
          <p:cNvPr id="13" name="TextBox 13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2</a:t>
            </a:r>
            <a:endParaRPr lang="zh-CN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smoke-paper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00200"/>
            <a:ext cx="7874000" cy="419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SoulDrive 在本地完成文档检索、证据校验和组会汇报生成。</a:t>
            </a:r>
            <a:endParaRPr lang="zh-CN" sz="1700"/>
          </a:p>
        </p:txBody>
      </p:sp>
      <p:sp>
        <p:nvSpPr>
          <p:cNvPr id="7" name="Rectangle 7"/>
          <p:cNvSpPr/>
          <p:nvPr/>
        </p:nvSpPr>
        <p:spPr>
          <a:xfrm>
            <a:off x="9118600" y="1600200"/>
            <a:ext cx="2311400" cy="370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9118600" y="1600200"/>
            <a:ext cx="2311400" cy="889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372600" y="1917700"/>
            <a:ext cx="1803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300" b="1" dirty="0">
                <a:solidFill>
                  <a:srgbClr val="173F3B"/>
                </a:solidFill>
                <a:latin typeface="Microsoft YaHei"/>
                <a:ea typeface="Microsoft YaHei"/>
              </a:rPr>
              <a:t>证据来源</a:t>
            </a:r>
            <a:endParaRPr lang="zh-CN" sz="1300"/>
          </a:p>
        </p:txBody>
      </p:sp>
      <p:sp>
        <p:nvSpPr>
          <p:cNvPr id="10" name="TextBox 10"/>
          <p:cNvSpPr txBox="1"/>
          <p:nvPr/>
        </p:nvSpPr>
        <p:spPr>
          <a:xfrm>
            <a:off x="9372600" y="2413000"/>
            <a:ext cx="18034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100" b="0" dirty="0">
                <a:solidFill>
                  <a:srgbClr val="606965"/>
                </a:solidFill>
                <a:latin typeface="Microsoft YaHei"/>
                <a:ea typeface="Microsoft YaHei"/>
              </a:rPr>
              <a:t>smoke-paper.md</a:t>
            </a:r>
            <a:endParaRPr lang="zh-CN" sz="1100"/>
          </a:p>
        </p:txBody>
      </p:sp>
      <p:sp>
        <p:nvSpPr>
          <p:cNvPr id="11" name="Rectangle 11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结论</a:t>
            </a:r>
            <a:endParaRPr lang="zh-CN" sz="900"/>
          </a:p>
        </p:txBody>
      </p:sp>
      <p:sp>
        <p:nvSpPr>
          <p:cNvPr id="13" name="TextBox 13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3</a:t>
            </a:r>
            <a:endParaRPr lang="zh-CN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资料来源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51000"/>
            <a:ext cx="10541000" cy="393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600" b="0" dirty="0">
                <a:solidFill>
                  <a:srgbClr val="1C2624"/>
                </a:solidFill>
                <a:latin typeface="Microsoft YaHei"/>
                <a:ea typeface="Microsoft YaHei"/>
              </a:rPr>
              <a:t>smoke-paper.md</a:t>
            </a:r>
            <a:endParaRPr lang="zh-CN" sz="1600"/>
          </a:p>
        </p:txBody>
      </p:sp>
      <p:sp>
        <p:nvSpPr>
          <p:cNvPr id="7" name="Rectangle 7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所有内容均来自本地已入库文档</a:t>
            </a:r>
            <a:endParaRPr lang="zh-CN" sz="900"/>
          </a:p>
        </p:txBody>
      </p:sp>
      <p:sp>
        <p:nvSpPr>
          <p:cNvPr id="9" name="TextBox 9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4</a:t>
            </a:r>
            <a:endParaRPr lang="zh-CN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ulDrive">
  <a:themeElements>
    <a:clrScheme name="SoulDrive">
      <a:dk1>
        <a:srgbClr val="1C2624"/>
      </a:dk1>
      <a:lt1>
        <a:srgbClr val="FFFFFF"/>
      </a:lt1>
      <a:dk2>
        <a:srgbClr val="173F3B"/>
      </a:dk2>
      <a:lt2>
        <a:srgbClr val="F8F7F2"/>
      </a:lt2>
      <a:accent1>
        <a:srgbClr val="173F3B"/>
      </a:accent1>
      <a:accent2>
        <a:srgbClr val="DAAB4A"/>
      </a:accent2>
      <a:accent3>
        <a:srgbClr val="54756E"/>
      </a:accent3>
      <a:accent4>
        <a:srgbClr val="B45F4D"/>
      </a:accent4>
      <a:accent5>
        <a:srgbClr val="466A8A"/>
      </a:accent5>
      <a:accent6>
        <a:srgbClr val="766A8A"/>
      </a:accent6>
      <a:hlink>
        <a:srgbClr val="0563C1"/>
      </a:hlink>
      <a:folHlink>
        <a:srgbClr val="954F72"/>
      </a:folHlink>
    </a:clrScheme>
    <a:fontScheme name="SoulDrive">
      <a:majorFont>
        <a:latin typeface="Microsoft YaHei"/>
        <a:ea typeface="Microsoft YaHei"/>
        <a:cs typeface="Arial"/>
      </a:majorFont>
      <a:minorFont>
        <a:latin typeface="Microsoft YaHei"/>
        <a:ea typeface="Microsoft YaHei"/>
        <a:cs typeface="Arial"/>
      </a:minorFont>
    </a:fontScheme>
    <a:fmtScheme name="SoulDrive">
      <a:fillStyleLst>
        <a:solidFill>
          <a:schemeClr val="phClr"/>
        </a:solidFill>
        <a:solidFill>
          <a:schemeClr val="accent1"/>
        </a:solidFill>
        <a:solidFill>
          <a:schemeClr val="accent2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SoulDrive</Application>
  <PresentationFormat>Widescreen</PresentationFormat>
  <Slides>4</Slides>
  <Notes>0</Notes>
  <HiddenSlides>0</HiddenSlides>
  <ScaleCrop>false</ScaleCrop>
  <Company/>
  <LinksUpToDate>false</LinksUpToDate>
  <SharedDoc>false</SharedDoc>
  <HyperlinksChanged>false</HyperlinksChanged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SoulDrive 本地科研汇报</dc:title>
  <dc:creator>SoulDrive</dc:creator>
  <dcterms:created xsi:type="dcterms:W3CDTF">2026-08-25T02:41:17Z</dcterms:created>
  <dcterms:modified xsi:type="dcterms:W3CDTF">2026-08-25T02:41:17Z</dcterms:modified>
</cp:coreProperties>
</file>