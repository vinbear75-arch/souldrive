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/>
  <p:notesText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oulDriv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36600" y="889000"/>
            <a:ext cx="88900" cy="41910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68400" y="9906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500" b="1" dirty="0">
                <a:solidFill>
                  <a:srgbClr val="DAAB4A"/>
                </a:solidFill>
                <a:latin typeface="Microsoft YaHei"/>
                <a:ea typeface="Microsoft YaHei"/>
              </a:rPr>
              <a:t>技术方案汇报</a:t>
            </a:r>
            <a:endParaRPr lang="zh-CN" sz="1500"/>
          </a:p>
        </p:txBody>
      </p:sp>
      <p:sp>
        <p:nvSpPr>
          <p:cNvPr id="5" name="TextBox 5"/>
          <p:cNvSpPr txBox="1"/>
          <p:nvPr/>
        </p:nvSpPr>
        <p:spPr>
          <a:xfrm>
            <a:off x="1168400" y="1676400"/>
            <a:ext cx="9652000" cy="196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34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 本地科研汇报</a:t>
            </a:r>
            <a:endParaRPr lang="zh-CN" sz="3400"/>
          </a:p>
        </p:txBody>
      </p:sp>
      <p:sp>
        <p:nvSpPr>
          <p:cNvPr id="6" name="TextBox 6"/>
          <p:cNvSpPr txBox="1"/>
          <p:nvPr/>
        </p:nvSpPr>
        <p:spPr>
          <a:xfrm>
            <a:off x="1168400" y="3987800"/>
            <a:ext cx="876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700" b="0" dirty="0">
                <a:solidFill>
                  <a:srgbClr val="FFFFFF"/>
                </a:solidFill>
                <a:latin typeface="Microsoft YaHei"/>
                <a:ea typeface="Microsoft YaHei"/>
              </a:rPr>
              <a:t>基于 1 份已入库文档生成</a:t>
            </a:r>
            <a:endParaRPr lang="zh-CN" sz="1700"/>
          </a:p>
        </p:txBody>
      </p:sp>
      <p:sp>
        <p:nvSpPr>
          <p:cNvPr id="7" name="TextBox 7"/>
          <p:cNvSpPr txBox="1"/>
          <p:nvPr/>
        </p:nvSpPr>
        <p:spPr>
          <a:xfrm>
            <a:off x="1168400" y="5791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000" b="0" dirty="0">
                <a:solidFill>
                  <a:srgbClr val="DAAB4A"/>
                </a:solidFill>
                <a:latin typeface="Microsoft YaHei"/>
                <a:ea typeface="Microsoft YaHei"/>
              </a:rPr>
              <a:t>2026-08-26 00:01</a:t>
            </a:r>
            <a:endParaRPr lang="zh-CN" sz="1000"/>
          </a:p>
        </p:txBody>
      </p:sp>
      <p:sp>
        <p:nvSpPr>
          <p:cNvPr id="8" name="TextBox 8"/>
          <p:cNvSpPr txBox="1"/>
          <p:nvPr/>
        </p:nvSpPr>
        <p:spPr>
          <a:xfrm>
            <a:off x="9626600" y="5791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11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执行摘要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smoke-paper：SoulDrive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摘要内容直接提炼自所选文档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2</a:t>
            </a:r>
            <a:endParaRPr lang="zh-C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smoke-paper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结论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3</a:t>
            </a:r>
            <a:endParaRPr lang="zh-CN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资料来源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51000"/>
            <a:ext cx="10541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6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smoke-paper.md</a:t>
            </a:r>
            <a:endParaRPr lang="zh-CN" sz="1600"/>
          </a:p>
        </p:txBody>
      </p:sp>
      <p:sp>
        <p:nvSpPr>
          <p:cNvPr id="7" name="Rectangle 7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所有内容均来自本地已入库文档</a:t>
            </a:r>
            <a:endParaRPr lang="zh-CN" sz="900"/>
          </a:p>
        </p:txBody>
      </p:sp>
      <p:sp>
        <p:nvSpPr>
          <p:cNvPr id="9" name="TextBox 9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4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lDrive">
  <a:themeElements>
    <a:clrScheme name="SoulDrive">
      <a:dk1>
        <a:srgbClr val="1C2624"/>
      </a:dk1>
      <a:lt1>
        <a:srgbClr val="FFFFFF"/>
      </a:lt1>
      <a:dk2>
        <a:srgbClr val="173F3B"/>
      </a:dk2>
      <a:lt2>
        <a:srgbClr val="F8F7F2"/>
      </a:lt2>
      <a:accent1>
        <a:srgbClr val="173F3B"/>
      </a:accent1>
      <a:accent2>
        <a:srgbClr val="DAAB4A"/>
      </a:accent2>
      <a:accent3>
        <a:srgbClr val="54756E"/>
      </a:accent3>
      <a:accent4>
        <a:srgbClr val="B45F4D"/>
      </a:accent4>
      <a:accent5>
        <a:srgbClr val="466A8A"/>
      </a:accent5>
      <a:accent6>
        <a:srgbClr val="766A8A"/>
      </a:accent6>
      <a:hlink>
        <a:srgbClr val="0563C1"/>
      </a:hlink>
      <a:folHlink>
        <a:srgbClr val="954F72"/>
      </a:folHlink>
    </a:clrScheme>
    <a:fontScheme name="SoulDriv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SoulDriv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SoulDrive</Application>
  <PresentationFormat>Widescreen</PresentationFormat>
  <Slides>4</Slides>
  <Notes>0</Notes>
  <HiddenSlides>0</HiddenSlides>
  <ScaleCrop>false</ScaleCrop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SoulDrive 本地科研汇报</dc:title>
  <dc:creator>SoulDrive</dc:creator>
  <dcterms:created xsi:type="dcterms:W3CDTF">2026-08-25T16:01:53Z</dcterms:created>
  <dcterms:modified xsi:type="dcterms:W3CDTF">2026-08-25T16:01:53Z</dcterms:modified>
</cp:coreProperties>
</file>