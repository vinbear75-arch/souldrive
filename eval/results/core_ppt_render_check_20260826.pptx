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核心链路复核：中文 RAG 与 GraphRAG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3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2026-08-26 02:20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01_基于科学数据的检索增强生成_RAG_技术研究与应用：# 利用知识图谱提升RAG应用的准确性 图检索增强生成（GraphRAG）利用图数据库的结构化特性，以节点和关系的方式进行组织数据，增加 - 了检索到…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02_面向知识密集型任务的检索增强生成技术综述：同时，一些最新研究进一步探索如何通过检 索控制生成行为，例如， Li 等 [34] 的 Refiner 模块提 出在检索后将返回内容重新结构化，将与查询相关 的…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07_GraphRAG原理源码及应用介绍_Gitee：Claim( 声明 )-代表具有评估状态和时间限制的积极事实陈述，以协变量 (Covariates) 的称呼在各处 使用 Community Report…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01_基于科学数据的检索增强生成_RAG_技术研究与应用.pdf</a:t>
            </a:r>
            <a:endParaRPr lang="zh-CN" sz="1100"/>
          </a:p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02_面向知识密集型任务的检索增强生成技术综述.pdf</a:t>
            </a:r>
            <a:endParaRPr lang="zh-CN" sz="1100"/>
          </a:p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07_GraphRAG原理源码及应用介绍_Gitee.pdf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01_基于科学数据的检索增强生成_RAG_技术研究与应用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# 利用知识图谱提升RAG应用的准确性 图检索增强生成（GraphRAG）利用图数据库的结构化特性，以节点和关系的方式进行组织数据，增加 - 了检索到信息的深度和关联上下文，是传统向量检索方法的有效补充。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# RAG with LLMs RAG（Retrieval-Augmented Generation，检索增强生成）是一种结合了信息检索和自然语言生成 的技术，主要应用于增强大型语言模型（如GPT等）的生成能…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· 评估指标： Self-RAG设计了四种评估指标： 检索判断（Retrieve）、知识相关性 （IsRel）、响应支持度（IsSup）和响应有 效性（IsUse）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# Self-RAG Self-RAG（Self-Reflective RAG） 是一种增强的RAG范式，由华盛顿大学和IBM人工智能研究院的技术专家提 出，核心思想是通过自省机制来优化生成任务的准确性和质量。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模型应用阶段：通过优化模型交互，使用 RAG 技术和 Agent 实现动态任务处理，并在各行业中应用。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01_基于科学数据的检索增强生成_RAG_技术研究与应用.pdf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基于科学数据的检索增强生成 （RAG）技术研究与应用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02_面向知识密集型任务的检索增强生成技术综述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同时，一些最新研究进一步探索如何通过检 索控制生成行为，例如， Li 等 [34] 的 Refiner 模块提 出在检索后将返回内容重新结构化，将与查询相关 的信息按段落连接并提取，以高效支持下游生成器 推理…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RAG 架构在设计上秉持 ' 外部知识调用 + 条 件生成 ' 策略，使模型在生成答案前能够显式地从 外部文档库中检索语义相关内容，并以此作为生成 条件进行语言建构，从而有效提升生成结果的事实一 致性、语义相…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尽管此类模型在少 样本泛化与语言生成方面展现出较强能力，但由于 其知识是静态冻结的，难以适应知识快速演化的应 用场景，且在事实密集型任务中易出现 ' 幻觉 ' （ Hallucination ） 现象，即输出…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（ 2 ） 检索阶段 （ Retrieval ） ：基于编码后的查询向 量，系统在预构建的向量化文档索引中执行近似最 近邻 （ Approximate Nearest Neighbor, ANN ） 搜索，返…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与此同时， UL2 则以统一语言学习 （ Unifying Language Learning ） 为 目标，将 causal LM 、 masked LM 与 span corruption 等训练目标融合…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02_面向知识密集型任务的检索增强生成技术综述.pdf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第 1 页正文（未识别标题）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07_GraphRAG原理源码及应用介绍_Gitee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Claim( 声明 )-代表具有评估状态和时间限制的积极事实陈述，以协变量 (Covariates) 的称呼在各处 使用 Community Report( 社区报告 )-一旦生成实体，我们就对它们执行分层社…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Graph Tables Emission ： the final Entities and Relationships tables are emitted after their text fields…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# 文档处理 链接到 TextUnits ：将每个文档链接到第一 阶段创建的文本单元，了解哪些文档与哪些 文本单元相关 文档嵌入：文档切片的平均嵌入来生成文 档的向量表示，能够理解文档之间的隐式关 系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生成社区报告 : 使用 LLM 生成每个社区的 摘要 , 引用社区子结构中的关键实体、关系 和声明 总结社区报告：每个社区报告都会通过 LLM 进行总结，以供速记使用。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rag 解决的问题 ：使用检索增强生成（ RAG ）技术从外部知识源检索相关信息，使大型语言模型（ LLMs 能够回答涉及私有或之前未见过的文档集合的问题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07_GraphRAG原理源码及应用介绍_Gitee.pdf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graphrag 的原理、源码及应用介绍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5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跨文档综合观察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共同关注主题：rag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共同关注主题：graphrag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共同关注主题：generation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共同关注主题：retrieval-augmented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共同关注主题：使用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01_基于科学数据的检索增强生成_RAG_技术研究与应用.pdf</a:t>
            </a:r>
            <a:endParaRPr lang="zh-CN" sz="1100"/>
          </a:p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02_面向知识密集型任务的检索增强生成技术综述.pdf</a:t>
            </a:r>
            <a:endParaRPr lang="zh-CN" sz="1100"/>
          </a:p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07_GraphRAG原理源码及应用介绍_Gitee.pdf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仅呈现多文档中重复出现的主题词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6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01_基于科学数据的检索增强生成_RAG_技术研究与应用.pdf</a:t>
            </a:r>
            <a:endParaRPr lang="zh-CN" sz="1600"/>
          </a:p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02_面向知识密集型任务的检索增强生成技术综述.pdf</a:t>
            </a:r>
            <a:endParaRPr lang="zh-CN" sz="1600"/>
          </a:p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07_GraphRAG原理源码及应用介绍_Gitee.pdf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7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7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核心链路复核：中文 RAG 与 GraphRAG</dc:title>
  <dc:creator>SoulDrive</dc:creator>
  <dcterms:created xsi:type="dcterms:W3CDTF">2026-08-25T18:20:53Z</dcterms:created>
  <dcterms:modified xsi:type="dcterms:W3CDTF">2026-08-25T18:20:53Z</dcterms:modified>
</cp:coreProperties>
</file>