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/>
  <p:slideViewPr/>
  <p:notesTextViewPr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ulDriv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36600" y="889000"/>
            <a:ext cx="88900" cy="41910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168400" y="990600"/>
            <a:ext cx="965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500" b="1" dirty="0">
                <a:solidFill>
                  <a:srgbClr val="DAAB4A"/>
                </a:solidFill>
                <a:latin typeface="Microsoft YaHei"/>
                <a:ea typeface="Microsoft YaHei"/>
              </a:rPr>
              <a:t>SoulDrive WP0</a:t>
            </a:r>
            <a:endParaRPr lang="zh-CN" sz="1500"/>
          </a:p>
        </p:txBody>
      </p:sp>
      <p:sp>
        <p:nvSpPr>
          <p:cNvPr id="5" name="TextBox 5"/>
          <p:cNvSpPr txBox="1"/>
          <p:nvPr/>
        </p:nvSpPr>
        <p:spPr>
          <a:xfrm>
            <a:off x="1168400" y="1676400"/>
            <a:ext cx="96520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3400" b="1" dirty="0">
                <a:solidFill>
                  <a:srgbClr val="FFFFFF"/>
                </a:solidFill>
                <a:latin typeface="Microsoft YaHei"/>
                <a:ea typeface="Microsoft YaHei"/>
              </a:rPr>
              <a:t>检索质量复盘</a:t>
            </a:r>
            <a:endParaRPr lang="zh-CN" sz="3400"/>
          </a:p>
        </p:txBody>
      </p:sp>
      <p:sp>
        <p:nvSpPr>
          <p:cNvPr id="6" name="TextBox 6"/>
          <p:cNvSpPr txBox="1"/>
          <p:nvPr/>
        </p:nvSpPr>
        <p:spPr>
          <a:xfrm>
            <a:off x="1168400" y="3987800"/>
            <a:ext cx="876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700" b="0" dirty="0">
                <a:solidFill>
                  <a:srgbClr val="FFFFFF"/>
                </a:solidFill>
                <a:latin typeface="Microsoft YaHei"/>
                <a:ea typeface="Microsoft YaHei"/>
              </a:rPr>
              <a:t>固定输入 smoke</a:t>
            </a:r>
            <a:endParaRPr lang="zh-CN" sz="1700"/>
          </a:p>
        </p:txBody>
      </p:sp>
      <p:sp>
        <p:nvSpPr>
          <p:cNvPr id="7" name="TextBox 7"/>
          <p:cNvSpPr txBox="1"/>
          <p:nvPr/>
        </p:nvSpPr>
        <p:spPr>
          <a:xfrm>
            <a:off x="1168400" y="5791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000" b="0" dirty="0">
                <a:solidFill>
                  <a:srgbClr val="DAAB4A"/>
                </a:solidFill>
                <a:latin typeface="Microsoft YaHei"/>
                <a:ea typeface="Microsoft YaHei"/>
              </a:rPr>
              <a:t>2026-08-22</a:t>
            </a:r>
            <a:endParaRPr lang="zh-CN" sz="1000"/>
          </a:p>
        </p:txBody>
      </p:sp>
      <p:sp>
        <p:nvSpPr>
          <p:cNvPr id="8" name="TextBox 8"/>
          <p:cNvSpPr txBox="1"/>
          <p:nvPr/>
        </p:nvSpPr>
        <p:spPr>
          <a:xfrm>
            <a:off x="9626600" y="57912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1100" b="1" dirty="0">
                <a:solidFill>
                  <a:srgbClr val="FFFFFF"/>
                </a:solidFill>
                <a:latin typeface="Microsoft YaHei"/>
                <a:ea typeface="Microsoft YaHei"/>
              </a:rPr>
              <a:t>SoulDrive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73F3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11200" y="482600"/>
            <a:ext cx="1003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2500" b="1" dirty="0">
                <a:solidFill>
                  <a:srgbClr val="173F3B"/>
                </a:solidFill>
                <a:latin typeface="Microsoft YaHei"/>
                <a:ea typeface="Microsoft YaHei"/>
              </a:rPr>
              <a:t>验收要点</a:t>
            </a:r>
            <a:endParaRPr lang="zh-CN" sz="2500"/>
          </a:p>
        </p:txBody>
      </p:sp>
      <p:sp>
        <p:nvSpPr>
          <p:cNvPr id="5" name="Rectangle 5"/>
          <p:cNvSpPr/>
          <p:nvPr/>
        </p:nvSpPr>
        <p:spPr>
          <a:xfrm>
            <a:off x="711200" y="1244600"/>
            <a:ext cx="939800" cy="508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36600" y="16002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比较 B0 与 Candidate</a:t>
            </a:r>
            <a:endParaRPr lang="zh-CN" sz="1700"/>
          </a:p>
          <a:p>
            <a:pPr algn="l" marL="342900" indent="-285750">
              <a:buChar char="•"/>
            </a:pPr>
            <a:r>
              <a:rPr lang="zh-CN" sz="1700" b="0" dirty="0">
                <a:solidFill>
                  <a:srgbClr val="1C2624"/>
                </a:solidFill>
                <a:latin typeface="Microsoft YaHei"/>
                <a:ea typeface="Microsoft YaHei"/>
              </a:rPr>
              <a:t>记录串项目风险</a:t>
            </a:r>
            <a:endParaRPr lang="zh-CN" sz="1700"/>
          </a:p>
        </p:txBody>
      </p:sp>
      <p:sp>
        <p:nvSpPr>
          <p:cNvPr id="7" name="Rectangle 7"/>
          <p:cNvSpPr/>
          <p:nvPr/>
        </p:nvSpPr>
        <p:spPr>
          <a:xfrm>
            <a:off x="9118600" y="1600200"/>
            <a:ext cx="2311400" cy="370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118600" y="1600200"/>
            <a:ext cx="2311400" cy="88900"/>
          </a:xfrm>
          <a:prstGeom prst="rect">
            <a:avLst/>
          </a:prstGeom>
          <a:solidFill>
            <a:srgbClr val="DAAB4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0" y="1917700"/>
            <a:ext cx="1803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1300" b="1" dirty="0">
                <a:solidFill>
                  <a:srgbClr val="173F3B"/>
                </a:solidFill>
                <a:latin typeface="Microsoft YaHei"/>
                <a:ea typeface="Microsoft YaHei"/>
              </a:rPr>
              <a:t>证据来源</a:t>
            </a:r>
            <a:endParaRPr lang="zh-CN" sz="1300"/>
          </a:p>
        </p:txBody>
      </p:sp>
      <p:sp>
        <p:nvSpPr>
          <p:cNvPr id="10" name="TextBox 10"/>
          <p:cNvSpPr txBox="1"/>
          <p:nvPr/>
        </p:nvSpPr>
        <p:spPr>
          <a:xfrm>
            <a:off x="9372600" y="2413000"/>
            <a:ext cx="1803400" cy="241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342900" indent="-285750">
              <a:buChar char="•"/>
            </a:pPr>
            <a:r>
              <a:rPr lang="zh-CN" sz="1100" b="0" dirty="0">
                <a:solidFill>
                  <a:srgbClr val="606965"/>
                </a:solidFill>
                <a:latin typeface="Microsoft YaHei"/>
                <a:ea typeface="Microsoft YaHei"/>
              </a:rPr>
              <a:t>WP0 固定证据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711200" y="6121400"/>
            <a:ext cx="10718800" cy="12700"/>
          </a:xfrm>
          <a:prstGeom prst="rect">
            <a:avLst/>
          </a:prstGeom>
          <a:solidFill>
            <a:srgbClr val="D7D5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1200" y="62484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zh-CN" sz="900" b="0" dirty="0">
                <a:solidFill>
                  <a:srgbClr val="606965"/>
                </a:solidFill>
                <a:latin typeface="Microsoft YaHei"/>
                <a:ea typeface="Microsoft YaHei"/>
              </a:rPr>
              <a:t>本地 OpenXML 渲染</a:t>
            </a:r>
            <a:endParaRPr lang="zh-CN" sz="900"/>
          </a:p>
        </p:txBody>
      </p:sp>
      <p:sp>
        <p:nvSpPr>
          <p:cNvPr id="13" name="TextBox 13"/>
          <p:cNvSpPr txBox="1"/>
          <p:nvPr/>
        </p:nvSpPr>
        <p:spPr>
          <a:xfrm>
            <a:off x="10845800" y="6248400"/>
            <a:ext cx="584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buNone/>
            </a:pPr>
            <a:r>
              <a:rPr lang="zh-CN" sz="900" b="1" dirty="0">
                <a:solidFill>
                  <a:srgbClr val="606965"/>
                </a:solidFill>
                <a:latin typeface="Microsoft YaHei"/>
                <a:ea typeface="Microsoft YaHei"/>
              </a:rPr>
              <a:t>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lDrive">
  <a:themeElements>
    <a:clrScheme name="SoulDrive">
      <a:dk1>
        <a:srgbClr val="1C2624"/>
      </a:dk1>
      <a:lt1>
        <a:srgbClr val="FFFFFF"/>
      </a:lt1>
      <a:dk2>
        <a:srgbClr val="173F3B"/>
      </a:dk2>
      <a:lt2>
        <a:srgbClr val="F8F7F2"/>
      </a:lt2>
      <a:accent1>
        <a:srgbClr val="173F3B"/>
      </a:accent1>
      <a:accent2>
        <a:srgbClr val="DAAB4A"/>
      </a:accent2>
      <a:accent3>
        <a:srgbClr val="54756E"/>
      </a:accent3>
      <a:accent4>
        <a:srgbClr val="B45F4D"/>
      </a:accent4>
      <a:accent5>
        <a:srgbClr val="466A8A"/>
      </a:accent5>
      <a:accent6>
        <a:srgbClr val="766A8A"/>
      </a:accent6>
      <a:hlink>
        <a:srgbClr val="0563C1"/>
      </a:hlink>
      <a:folHlink>
        <a:srgbClr val="954F72"/>
      </a:folHlink>
    </a:clrScheme>
    <a:fontScheme name="SoulDriv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SoulDriv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SoulDrive</Application>
  <PresentationFormat>Widescreen</PresentationFormat>
  <Slides>2</Slides>
  <Notes>0</Notes>
  <HiddenSlides>0</HiddenSlide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检索质量复盘</dc:title>
  <dc:creator>SoulDrive</dc:creator>
  <dcterms:created xsi:type="dcterms:W3CDTF">2026-08-22T08:16:42Z</dcterms:created>
  <dcterms:modified xsi:type="dcterms:W3CDTF">2026-08-22T08:16:42Z</dcterms:modified>
</cp:coreProperties>
</file>