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SoulDrive WP0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项目基线汇报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固定输入 smoke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验收要点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冻结数据与指标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保存逐样本证据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WP0 固定证据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本地 OpenXML 渲染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2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项目基线汇报</dc:title>
  <dc:creator>SoulDrive</dc:creator>
  <dcterms:created xsi:type="dcterms:W3CDTF">2026-08-22T07:40:23Z</dcterms:created>
  <dcterms:modified xsi:type="dcterms:W3CDTF">2026-08-22T07:40:23Z</dcterms:modified>
</cp:coreProperties>
</file>