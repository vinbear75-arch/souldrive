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多模态工作台计划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按需调用 OCR/VLM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高风险动作必须确认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多模态工作台计划</dc:title>
  <dc:creator>SoulDrive</dc:creator>
  <dcterms:created xsi:type="dcterms:W3CDTF">2026-08-22T07:40:23Z</dcterms:created>
  <dcterms:modified xsi:type="dcterms:W3CDTF">2026-08-22T07:40:23Z</dcterms:modified>
</cp:coreProperties>
</file>