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检索质量复盘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比较 B0 与 Candidate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记录串项目风险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检索质量复盘</dc:title>
  <dc:creator>SoulDrive</dc:creator>
  <dcterms:created xsi:type="dcterms:W3CDTF">2026-08-22T08:15:15Z</dcterms:created>
  <dcterms:modified xsi:type="dcterms:W3CDTF">2026-08-22T08:15:15Z</dcterms:modified>
</cp:coreProperties>
</file>