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</p:sldIdLst>
  <p:sldSz cx="12192000" cy="6858000" type="screen16x9"/>
  <p:notesSz cx="6858000" cy="9144000"/>
  <p:defaultTextStyle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View">
  <p:normalViewPr/>
  <p:slideViewPr/>
  <p:notesTextViewPr/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/Relationship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oulDrive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lt2" folHlink="folHlink" hlink="hlink" tx1="dk1" tx2="dk2"/>
  <p:sldLayoutIdLst>
    <p:sldLayoutId id="1" r:id="rId1"/>
  </p:sldLayoutIdLst>
  <p:txStyles>
    <p:titleStyle/>
    <p:bodyStyle/>
    <p:otherStyle/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73F3B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736600" y="889000"/>
            <a:ext cx="88900" cy="4191000"/>
          </a:xfrm>
          <a:prstGeom prst="rect">
            <a:avLst/>
          </a:prstGeom>
          <a:solidFill>
            <a:srgbClr val="DAAB4A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1168400" y="990600"/>
            <a:ext cx="965200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zh-CN" sz="1500" b="1" dirty="0">
                <a:solidFill>
                  <a:srgbClr val="DAAB4A"/>
                </a:solidFill>
                <a:latin typeface="Microsoft YaHei"/>
                <a:ea typeface="Microsoft YaHei"/>
              </a:rPr>
              <a:t>技术方案汇报</a:t>
            </a:r>
            <a:endParaRPr lang="zh-CN" sz="1500"/>
          </a:p>
        </p:txBody>
      </p:sp>
      <p:sp>
        <p:nvSpPr>
          <p:cNvPr id="5" name="TextBox 5"/>
          <p:cNvSpPr txBox="1"/>
          <p:nvPr/>
        </p:nvSpPr>
        <p:spPr>
          <a:xfrm>
            <a:off x="1168400" y="1676400"/>
            <a:ext cx="9652000" cy="19685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zh-CN" sz="3400" b="1" dirty="0">
                <a:solidFill>
                  <a:srgbClr val="FFFFFF"/>
                </a:solidFill>
                <a:latin typeface="Microsoft YaHei"/>
                <a:ea typeface="Microsoft YaHei"/>
              </a:rPr>
              <a:t>SoulDrive 本地科研汇报</a:t>
            </a:r>
            <a:endParaRPr lang="zh-CN" sz="3400"/>
          </a:p>
        </p:txBody>
      </p:sp>
      <p:sp>
        <p:nvSpPr>
          <p:cNvPr id="6" name="TextBox 6"/>
          <p:cNvSpPr txBox="1"/>
          <p:nvPr/>
        </p:nvSpPr>
        <p:spPr>
          <a:xfrm>
            <a:off x="1168400" y="3987800"/>
            <a:ext cx="8763000" cy="1016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zh-CN" sz="1700" b="0" dirty="0">
                <a:solidFill>
                  <a:srgbClr val="FFFFFF"/>
                </a:solidFill>
                <a:latin typeface="Microsoft YaHei"/>
                <a:ea typeface="Microsoft YaHei"/>
              </a:rPr>
              <a:t>基于 1 份已入库文档生成</a:t>
            </a:r>
            <a:endParaRPr lang="zh-CN" sz="1700"/>
          </a:p>
        </p:txBody>
      </p:sp>
      <p:sp>
        <p:nvSpPr>
          <p:cNvPr id="7" name="TextBox 7"/>
          <p:cNvSpPr txBox="1"/>
          <p:nvPr/>
        </p:nvSpPr>
        <p:spPr>
          <a:xfrm>
            <a:off x="1168400" y="5791200"/>
            <a:ext cx="53340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zh-CN" sz="1000" b="0" dirty="0">
                <a:solidFill>
                  <a:srgbClr val="DAAB4A"/>
                </a:solidFill>
                <a:latin typeface="Microsoft YaHei"/>
                <a:ea typeface="Microsoft YaHei"/>
              </a:rPr>
              <a:t>2026-08-25 11:23</a:t>
            </a:r>
            <a:endParaRPr lang="zh-CN" sz="1000"/>
          </a:p>
        </p:txBody>
      </p:sp>
      <p:sp>
        <p:nvSpPr>
          <p:cNvPr id="8" name="TextBox 8"/>
          <p:cNvSpPr txBox="1"/>
          <p:nvPr/>
        </p:nvSpPr>
        <p:spPr>
          <a:xfrm>
            <a:off x="9626600" y="5791200"/>
            <a:ext cx="13970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r">
              <a:buNone/>
            </a:pPr>
            <a:r>
              <a:rPr lang="zh-CN" sz="1100" b="1" dirty="0">
                <a:solidFill>
                  <a:srgbClr val="FFFFFF"/>
                </a:solidFill>
                <a:latin typeface="Microsoft YaHei"/>
                <a:ea typeface="Microsoft YaHei"/>
              </a:rPr>
              <a:t>SoulDrive</a:t>
            </a:r>
            <a:endParaRPr lang="zh-CN" sz="11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7F2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152400"/>
          </a:xfrm>
          <a:prstGeom prst="rect">
            <a:avLst/>
          </a:prstGeom>
          <a:solidFill>
            <a:srgbClr val="173F3B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711200" y="482600"/>
            <a:ext cx="10033000" cy="685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zh-CN" sz="2500" b="1" dirty="0">
                <a:solidFill>
                  <a:srgbClr val="173F3B"/>
                </a:solidFill>
                <a:latin typeface="Microsoft YaHei"/>
                <a:ea typeface="Microsoft YaHei"/>
              </a:rPr>
              <a:t>执行摘要</a:t>
            </a:r>
            <a:endParaRPr lang="zh-CN" sz="2500"/>
          </a:p>
        </p:txBody>
      </p:sp>
      <p:sp>
        <p:nvSpPr>
          <p:cNvPr id="5" name="Rectangle 5"/>
          <p:cNvSpPr/>
          <p:nvPr/>
        </p:nvSpPr>
        <p:spPr>
          <a:xfrm>
            <a:off x="711200" y="1244600"/>
            <a:ext cx="939800" cy="50800"/>
          </a:xfrm>
          <a:prstGeom prst="rect">
            <a:avLst/>
          </a:prstGeom>
          <a:solidFill>
            <a:srgbClr val="DAAB4A"/>
          </a:solidFill>
          <a:ln>
            <a:noFill/>
          </a:ln>
        </p:spPr>
      </p:sp>
      <p:sp>
        <p:nvSpPr>
          <p:cNvPr id="6" name="TextBox 6"/>
          <p:cNvSpPr txBox="1"/>
          <p:nvPr/>
        </p:nvSpPr>
        <p:spPr>
          <a:xfrm>
            <a:off x="736600" y="1600200"/>
            <a:ext cx="7874000" cy="419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 marL="342900" indent="-285750">
              <a:buChar char="•"/>
            </a:pPr>
            <a:r>
              <a:rPr lang="zh-CN" sz="1700" b="0" dirty="0">
                <a:solidFill>
                  <a:srgbClr val="1C2624"/>
                </a:solidFill>
                <a:latin typeface="Microsoft YaHei"/>
                <a:ea typeface="Microsoft YaHei"/>
              </a:rPr>
              <a:t>smoke-paper：SoulDrive 在本地完成文档检索、证据校验和组会汇报生成。</a:t>
            </a:r>
            <a:endParaRPr lang="zh-CN" sz="1700"/>
          </a:p>
        </p:txBody>
      </p:sp>
      <p:sp>
        <p:nvSpPr>
          <p:cNvPr id="7" name="Rectangle 7"/>
          <p:cNvSpPr/>
          <p:nvPr/>
        </p:nvSpPr>
        <p:spPr>
          <a:xfrm>
            <a:off x="9118600" y="1600200"/>
            <a:ext cx="2311400" cy="37084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8" name="Rectangle 8"/>
          <p:cNvSpPr/>
          <p:nvPr/>
        </p:nvSpPr>
        <p:spPr>
          <a:xfrm>
            <a:off x="9118600" y="1600200"/>
            <a:ext cx="2311400" cy="88900"/>
          </a:xfrm>
          <a:prstGeom prst="rect">
            <a:avLst/>
          </a:prstGeom>
          <a:solidFill>
            <a:srgbClr val="DAAB4A"/>
          </a:solidFill>
          <a:ln>
            <a:noFill/>
          </a:ln>
        </p:spPr>
      </p:sp>
      <p:sp>
        <p:nvSpPr>
          <p:cNvPr id="9" name="TextBox 9"/>
          <p:cNvSpPr txBox="1"/>
          <p:nvPr/>
        </p:nvSpPr>
        <p:spPr>
          <a:xfrm>
            <a:off x="9372600" y="1917700"/>
            <a:ext cx="1803400" cy="330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zh-CN" sz="1300" b="1" dirty="0">
                <a:solidFill>
                  <a:srgbClr val="173F3B"/>
                </a:solidFill>
                <a:latin typeface="Microsoft YaHei"/>
                <a:ea typeface="Microsoft YaHei"/>
              </a:rPr>
              <a:t>证据来源</a:t>
            </a:r>
            <a:endParaRPr lang="zh-CN" sz="1300"/>
          </a:p>
        </p:txBody>
      </p:sp>
      <p:sp>
        <p:nvSpPr>
          <p:cNvPr id="10" name="TextBox 10"/>
          <p:cNvSpPr txBox="1"/>
          <p:nvPr/>
        </p:nvSpPr>
        <p:spPr>
          <a:xfrm>
            <a:off x="9372600" y="2413000"/>
            <a:ext cx="1803400" cy="241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 marL="342900" indent="-285750">
              <a:buChar char="•"/>
            </a:pPr>
            <a:r>
              <a:rPr lang="zh-CN" sz="1100" b="0" dirty="0">
                <a:solidFill>
                  <a:srgbClr val="606965"/>
                </a:solidFill>
                <a:latin typeface="Microsoft YaHei"/>
                <a:ea typeface="Microsoft YaHei"/>
              </a:rPr>
              <a:t>smoke-paper.md</a:t>
            </a:r>
            <a:endParaRPr lang="zh-CN" sz="1100"/>
          </a:p>
        </p:txBody>
      </p:sp>
      <p:sp>
        <p:nvSpPr>
          <p:cNvPr id="11" name="Rectangle 11"/>
          <p:cNvSpPr/>
          <p:nvPr/>
        </p:nvSpPr>
        <p:spPr>
          <a:xfrm>
            <a:off x="711200" y="6121400"/>
            <a:ext cx="10718800" cy="12700"/>
          </a:xfrm>
          <a:prstGeom prst="rect">
            <a:avLst/>
          </a:prstGeom>
          <a:solidFill>
            <a:srgbClr val="D7D5CC"/>
          </a:solidFill>
          <a:ln>
            <a:noFill/>
          </a:ln>
        </p:spPr>
      </p:sp>
      <p:sp>
        <p:nvSpPr>
          <p:cNvPr id="12" name="TextBox 12"/>
          <p:cNvSpPr txBox="1"/>
          <p:nvPr/>
        </p:nvSpPr>
        <p:spPr>
          <a:xfrm>
            <a:off x="711200" y="6248400"/>
            <a:ext cx="8890000" cy="279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zh-CN" sz="900" b="0" dirty="0">
                <a:solidFill>
                  <a:srgbClr val="606965"/>
                </a:solidFill>
                <a:latin typeface="Microsoft YaHei"/>
                <a:ea typeface="Microsoft YaHei"/>
              </a:rPr>
              <a:t>摘要内容直接提炼自所选文档</a:t>
            </a:r>
            <a:endParaRPr lang="zh-CN" sz="900"/>
          </a:p>
        </p:txBody>
      </p:sp>
      <p:sp>
        <p:nvSpPr>
          <p:cNvPr id="13" name="TextBox 13"/>
          <p:cNvSpPr txBox="1"/>
          <p:nvPr/>
        </p:nvSpPr>
        <p:spPr>
          <a:xfrm>
            <a:off x="10845800" y="6248400"/>
            <a:ext cx="584200" cy="279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r">
              <a:buNone/>
            </a:pPr>
            <a:r>
              <a:rPr lang="zh-CN" sz="900" b="1" dirty="0">
                <a:solidFill>
                  <a:srgbClr val="606965"/>
                </a:solidFill>
                <a:latin typeface="Microsoft YaHei"/>
                <a:ea typeface="Microsoft YaHei"/>
              </a:rPr>
              <a:t>2</a:t>
            </a:r>
            <a:endParaRPr lang="zh-CN" sz="9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7F2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152400"/>
          </a:xfrm>
          <a:prstGeom prst="rect">
            <a:avLst/>
          </a:prstGeom>
          <a:solidFill>
            <a:srgbClr val="173F3B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711200" y="482600"/>
            <a:ext cx="10033000" cy="685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zh-CN" sz="2500" b="1" dirty="0">
                <a:solidFill>
                  <a:srgbClr val="173F3B"/>
                </a:solidFill>
                <a:latin typeface="Microsoft YaHei"/>
                <a:ea typeface="Microsoft YaHei"/>
              </a:rPr>
              <a:t>smoke-paper</a:t>
            </a:r>
            <a:endParaRPr lang="zh-CN" sz="2500"/>
          </a:p>
        </p:txBody>
      </p:sp>
      <p:sp>
        <p:nvSpPr>
          <p:cNvPr id="5" name="Rectangle 5"/>
          <p:cNvSpPr/>
          <p:nvPr/>
        </p:nvSpPr>
        <p:spPr>
          <a:xfrm>
            <a:off x="711200" y="1244600"/>
            <a:ext cx="939800" cy="50800"/>
          </a:xfrm>
          <a:prstGeom prst="rect">
            <a:avLst/>
          </a:prstGeom>
          <a:solidFill>
            <a:srgbClr val="DAAB4A"/>
          </a:solidFill>
          <a:ln>
            <a:noFill/>
          </a:ln>
        </p:spPr>
      </p:sp>
      <p:sp>
        <p:nvSpPr>
          <p:cNvPr id="6" name="TextBox 6"/>
          <p:cNvSpPr txBox="1"/>
          <p:nvPr/>
        </p:nvSpPr>
        <p:spPr>
          <a:xfrm>
            <a:off x="736600" y="1600200"/>
            <a:ext cx="7874000" cy="419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 marL="342900" indent="-285750">
              <a:buChar char="•"/>
            </a:pPr>
            <a:r>
              <a:rPr lang="zh-CN" sz="1700" b="0" dirty="0">
                <a:solidFill>
                  <a:srgbClr val="1C2624"/>
                </a:solidFill>
                <a:latin typeface="Microsoft YaHei"/>
                <a:ea typeface="Microsoft YaHei"/>
              </a:rPr>
              <a:t>SoulDrive 在本地完成文档检索、证据校验和组会汇报生成。</a:t>
            </a:r>
            <a:endParaRPr lang="zh-CN" sz="1700"/>
          </a:p>
        </p:txBody>
      </p:sp>
      <p:sp>
        <p:nvSpPr>
          <p:cNvPr id="7" name="Rectangle 7"/>
          <p:cNvSpPr/>
          <p:nvPr/>
        </p:nvSpPr>
        <p:spPr>
          <a:xfrm>
            <a:off x="9118600" y="1600200"/>
            <a:ext cx="2311400" cy="37084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8" name="Rectangle 8"/>
          <p:cNvSpPr/>
          <p:nvPr/>
        </p:nvSpPr>
        <p:spPr>
          <a:xfrm>
            <a:off x="9118600" y="1600200"/>
            <a:ext cx="2311400" cy="88900"/>
          </a:xfrm>
          <a:prstGeom prst="rect">
            <a:avLst/>
          </a:prstGeom>
          <a:solidFill>
            <a:srgbClr val="DAAB4A"/>
          </a:solidFill>
          <a:ln>
            <a:noFill/>
          </a:ln>
        </p:spPr>
      </p:sp>
      <p:sp>
        <p:nvSpPr>
          <p:cNvPr id="9" name="TextBox 9"/>
          <p:cNvSpPr txBox="1"/>
          <p:nvPr/>
        </p:nvSpPr>
        <p:spPr>
          <a:xfrm>
            <a:off x="9372600" y="1917700"/>
            <a:ext cx="1803400" cy="330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zh-CN" sz="1300" b="1" dirty="0">
                <a:solidFill>
                  <a:srgbClr val="173F3B"/>
                </a:solidFill>
                <a:latin typeface="Microsoft YaHei"/>
                <a:ea typeface="Microsoft YaHei"/>
              </a:rPr>
              <a:t>证据来源</a:t>
            </a:r>
            <a:endParaRPr lang="zh-CN" sz="1300"/>
          </a:p>
        </p:txBody>
      </p:sp>
      <p:sp>
        <p:nvSpPr>
          <p:cNvPr id="10" name="TextBox 10"/>
          <p:cNvSpPr txBox="1"/>
          <p:nvPr/>
        </p:nvSpPr>
        <p:spPr>
          <a:xfrm>
            <a:off x="9372600" y="2413000"/>
            <a:ext cx="1803400" cy="241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 marL="342900" indent="-285750">
              <a:buChar char="•"/>
            </a:pPr>
            <a:r>
              <a:rPr lang="zh-CN" sz="1100" b="0" dirty="0">
                <a:solidFill>
                  <a:srgbClr val="606965"/>
                </a:solidFill>
                <a:latin typeface="Microsoft YaHei"/>
                <a:ea typeface="Microsoft YaHei"/>
              </a:rPr>
              <a:t>smoke-paper.md</a:t>
            </a:r>
            <a:endParaRPr lang="zh-CN" sz="1100"/>
          </a:p>
        </p:txBody>
      </p:sp>
      <p:sp>
        <p:nvSpPr>
          <p:cNvPr id="11" name="Rectangle 11"/>
          <p:cNvSpPr/>
          <p:nvPr/>
        </p:nvSpPr>
        <p:spPr>
          <a:xfrm>
            <a:off x="711200" y="6121400"/>
            <a:ext cx="10718800" cy="12700"/>
          </a:xfrm>
          <a:prstGeom prst="rect">
            <a:avLst/>
          </a:prstGeom>
          <a:solidFill>
            <a:srgbClr val="D7D5CC"/>
          </a:solidFill>
          <a:ln>
            <a:noFill/>
          </a:ln>
        </p:spPr>
      </p:sp>
      <p:sp>
        <p:nvSpPr>
          <p:cNvPr id="12" name="TextBox 12"/>
          <p:cNvSpPr txBox="1"/>
          <p:nvPr/>
        </p:nvSpPr>
        <p:spPr>
          <a:xfrm>
            <a:off x="711200" y="6248400"/>
            <a:ext cx="8890000" cy="279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zh-CN" sz="900" b="0" dirty="0">
                <a:solidFill>
                  <a:srgbClr val="606965"/>
                </a:solidFill>
                <a:latin typeface="Microsoft YaHei"/>
                <a:ea typeface="Microsoft YaHei"/>
              </a:rPr>
              <a:t>结论</a:t>
            </a:r>
            <a:endParaRPr lang="zh-CN" sz="900"/>
          </a:p>
        </p:txBody>
      </p:sp>
      <p:sp>
        <p:nvSpPr>
          <p:cNvPr id="13" name="TextBox 13"/>
          <p:cNvSpPr txBox="1"/>
          <p:nvPr/>
        </p:nvSpPr>
        <p:spPr>
          <a:xfrm>
            <a:off x="10845800" y="6248400"/>
            <a:ext cx="584200" cy="279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r">
              <a:buNone/>
            </a:pPr>
            <a:r>
              <a:rPr lang="zh-CN" sz="900" b="1" dirty="0">
                <a:solidFill>
                  <a:srgbClr val="606965"/>
                </a:solidFill>
                <a:latin typeface="Microsoft YaHei"/>
                <a:ea typeface="Microsoft YaHei"/>
              </a:rPr>
              <a:t>3</a:t>
            </a:r>
            <a:endParaRPr lang="zh-CN" sz="9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7F2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152400"/>
          </a:xfrm>
          <a:prstGeom prst="rect">
            <a:avLst/>
          </a:prstGeom>
          <a:solidFill>
            <a:srgbClr val="173F3B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711200" y="482600"/>
            <a:ext cx="10033000" cy="685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zh-CN" sz="2500" b="1" dirty="0">
                <a:solidFill>
                  <a:srgbClr val="173F3B"/>
                </a:solidFill>
                <a:latin typeface="Microsoft YaHei"/>
                <a:ea typeface="Microsoft YaHei"/>
              </a:rPr>
              <a:t>资料来源</a:t>
            </a:r>
            <a:endParaRPr lang="zh-CN" sz="2500"/>
          </a:p>
        </p:txBody>
      </p:sp>
      <p:sp>
        <p:nvSpPr>
          <p:cNvPr id="5" name="Rectangle 5"/>
          <p:cNvSpPr/>
          <p:nvPr/>
        </p:nvSpPr>
        <p:spPr>
          <a:xfrm>
            <a:off x="711200" y="1244600"/>
            <a:ext cx="939800" cy="50800"/>
          </a:xfrm>
          <a:prstGeom prst="rect">
            <a:avLst/>
          </a:prstGeom>
          <a:solidFill>
            <a:srgbClr val="DAAB4A"/>
          </a:solidFill>
          <a:ln>
            <a:noFill/>
          </a:ln>
        </p:spPr>
      </p:sp>
      <p:sp>
        <p:nvSpPr>
          <p:cNvPr id="6" name="TextBox 6"/>
          <p:cNvSpPr txBox="1"/>
          <p:nvPr/>
        </p:nvSpPr>
        <p:spPr>
          <a:xfrm>
            <a:off x="736600" y="1651000"/>
            <a:ext cx="10541000" cy="3937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 marL="342900" indent="-285750">
              <a:buChar char="•"/>
            </a:pPr>
            <a:r>
              <a:rPr lang="zh-CN" sz="1600" b="0" dirty="0">
                <a:solidFill>
                  <a:srgbClr val="1C2624"/>
                </a:solidFill>
                <a:latin typeface="Microsoft YaHei"/>
                <a:ea typeface="Microsoft YaHei"/>
              </a:rPr>
              <a:t>smoke-paper.md</a:t>
            </a:r>
            <a:endParaRPr lang="zh-CN" sz="1600"/>
          </a:p>
        </p:txBody>
      </p:sp>
      <p:sp>
        <p:nvSpPr>
          <p:cNvPr id="7" name="Rectangle 7"/>
          <p:cNvSpPr/>
          <p:nvPr/>
        </p:nvSpPr>
        <p:spPr>
          <a:xfrm>
            <a:off x="711200" y="6121400"/>
            <a:ext cx="10718800" cy="12700"/>
          </a:xfrm>
          <a:prstGeom prst="rect">
            <a:avLst/>
          </a:prstGeom>
          <a:solidFill>
            <a:srgbClr val="D7D5CC"/>
          </a:solidFill>
          <a:ln>
            <a:noFill/>
          </a:ln>
        </p:spPr>
      </p:sp>
      <p:sp>
        <p:nvSpPr>
          <p:cNvPr id="8" name="TextBox 8"/>
          <p:cNvSpPr txBox="1"/>
          <p:nvPr/>
        </p:nvSpPr>
        <p:spPr>
          <a:xfrm>
            <a:off x="711200" y="6248400"/>
            <a:ext cx="8890000" cy="279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zh-CN" sz="900" b="0" dirty="0">
                <a:solidFill>
                  <a:srgbClr val="606965"/>
                </a:solidFill>
                <a:latin typeface="Microsoft YaHei"/>
                <a:ea typeface="Microsoft YaHei"/>
              </a:rPr>
              <a:t>所有内容均来自本地已入库文档</a:t>
            </a:r>
            <a:endParaRPr lang="zh-CN" sz="900"/>
          </a:p>
        </p:txBody>
      </p:sp>
      <p:sp>
        <p:nvSpPr>
          <p:cNvPr id="9" name="TextBox 9"/>
          <p:cNvSpPr txBox="1"/>
          <p:nvPr/>
        </p:nvSpPr>
        <p:spPr>
          <a:xfrm>
            <a:off x="10845800" y="6248400"/>
            <a:ext cx="584200" cy="279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r">
              <a:buNone/>
            </a:pPr>
            <a:r>
              <a:rPr lang="zh-CN" sz="900" b="1" dirty="0">
                <a:solidFill>
                  <a:srgbClr val="606965"/>
                </a:solidFill>
                <a:latin typeface="Microsoft YaHei"/>
                <a:ea typeface="Microsoft YaHei"/>
              </a:rPr>
              <a:t>4</a:t>
            </a:r>
            <a:endParaRPr lang="zh-CN" sz="9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oulDrive">
  <a:themeElements>
    <a:clrScheme name="SoulDrive">
      <a:dk1>
        <a:srgbClr val="1C2624"/>
      </a:dk1>
      <a:lt1>
        <a:srgbClr val="FFFFFF"/>
      </a:lt1>
      <a:dk2>
        <a:srgbClr val="173F3B"/>
      </a:dk2>
      <a:lt2>
        <a:srgbClr val="F8F7F2"/>
      </a:lt2>
      <a:accent1>
        <a:srgbClr val="173F3B"/>
      </a:accent1>
      <a:accent2>
        <a:srgbClr val="DAAB4A"/>
      </a:accent2>
      <a:accent3>
        <a:srgbClr val="54756E"/>
      </a:accent3>
      <a:accent4>
        <a:srgbClr val="B45F4D"/>
      </a:accent4>
      <a:accent5>
        <a:srgbClr val="466A8A"/>
      </a:accent5>
      <a:accent6>
        <a:srgbClr val="766A8A"/>
      </a:accent6>
      <a:hlink>
        <a:srgbClr val="0563C1"/>
      </a:hlink>
      <a:folHlink>
        <a:srgbClr val="954F72"/>
      </a:folHlink>
    </a:clrScheme>
    <a:fontScheme name="SoulDrive">
      <a:majorFont>
        <a:latin typeface="Microsoft YaHei"/>
        <a:ea typeface="Microsoft YaHei"/>
        <a:cs typeface="Arial"/>
      </a:majorFont>
      <a:minorFont>
        <a:latin typeface="Microsoft YaHei"/>
        <a:ea typeface="Microsoft YaHei"/>
        <a:cs typeface="Arial"/>
      </a:minorFont>
    </a:fontScheme>
    <a:fmtScheme name="SoulDrive">
      <a:fillStyleLst>
        <a:solidFill>
          <a:schemeClr val="phClr"/>
        </a:solidFill>
        <a:solidFill>
          <a:schemeClr val="accent1"/>
        </a:solidFill>
        <a:solidFill>
          <a:schemeClr val="accent2"/>
        </a:solidFill>
      </a:fillStyleLst>
      <a:lnStyleLst>
        <a:ln w="6350">
          <a:solidFill>
            <a:schemeClr val="phClr"/>
          </a:solidFill>
        </a:ln>
        <a:ln w="12700">
          <a:solidFill>
            <a:schemeClr val="phClr"/>
          </a:solidFill>
        </a:ln>
        <a:ln w="19050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lt1"/>
        </a:solidFill>
        <a:solidFill>
          <a:schemeClr val="lt2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Application>SoulDrive</Application>
  <PresentationFormat>Widescreen</PresentationFormat>
  <Slides>4</Slides>
  <Notes>0</Notes>
  <HiddenSlides>0</HiddenSlides>
  <ScaleCrop>false</ScaleCrop>
  <Company/>
  <LinksUpToDate>false</LinksUpToDate>
  <SharedDoc>false</SharedDoc>
  <HyperlinksChanged>false</HyperlinksChanged>
  <AppVersion>1.0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SoulDrive 本地科研汇报</dc:title>
  <dc:creator>SoulDrive</dc:creator>
  <dcterms:created xsi:type="dcterms:W3CDTF">2026-08-25T03:23:20Z</dcterms:created>
  <dcterms:modified xsi:type="dcterms:W3CDTF">2026-08-25T03:23:20Z</dcterms:modified>
</cp:coreProperties>
</file>