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 本地科研汇报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1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2026-08-25 10:12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smoke-paper：SoulDrive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smoke-paper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结论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smoke-paper.md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4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SoulDrive 本地科研汇报</dc:title>
  <dc:creator>SoulDrive</dc:creator>
  <dcterms:created xsi:type="dcterms:W3CDTF">2026-08-25T02:12:44Z</dcterms:created>
  <dcterms:modified xsi:type="dcterms:W3CDTF">2026-08-25T02:12:44Z</dcterms:modified>
</cp:coreProperties>
</file>