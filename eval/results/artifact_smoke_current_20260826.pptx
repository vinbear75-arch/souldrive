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技术方案汇报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 本地科研汇报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基于 1 份已入库文档生成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2026-08-26 13:01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执行摘要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smoke-paper：SoulDrive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摘要内容直接提炼自所选文档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smoke-paper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SoulDrive 在本地完成文档检索、证据校验和组会汇报生成。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smoke-paper.md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结论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资料来源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51000"/>
            <a:ext cx="105410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600" b="0" dirty="0">
                <a:solidFill>
                  <a:srgbClr val="1C2624"/>
                </a:solidFill>
                <a:latin typeface="Microsoft YaHei"/>
                <a:ea typeface="Microsoft YaHei"/>
              </a:rPr>
              <a:t>smoke-paper.md</a:t>
            </a:r>
            <a:endParaRPr lang="zh-CN" sz="1600"/>
          </a:p>
        </p:txBody>
      </p:sp>
      <p:sp>
        <p:nvSpPr>
          <p:cNvPr id="7" name="Rectangle 7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所有内容均来自本地已入库文档</a:t>
            </a:r>
            <a:endParaRPr lang="zh-CN" sz="900"/>
          </a:p>
        </p:txBody>
      </p:sp>
      <p:sp>
        <p:nvSpPr>
          <p:cNvPr id="9" name="TextBox 9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4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4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SoulDrive 本地科研汇报</dc:title>
  <dc:creator>SoulDrive</dc:creator>
  <dcterms:created xsi:type="dcterms:W3CDTF">2026-08-26T05:01:02Z</dcterms:created>
  <dcterms:modified xsi:type="dcterms:W3CDTF">2026-08-26T05:01:02Z</dcterms:modified>
</cp:coreProperties>
</file>